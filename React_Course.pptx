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91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097280"/>
            <a:ext cx="4572000" cy="4572000"/>
          </a:xfrm>
          <a:prstGeom prst="ellipse">
            <a:avLst/>
          </a:prstGeom>
          <a:solidFill>
            <a:srgbClr val="21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0152" y="4480560"/>
            <a:ext cx="2926080" cy="2926080"/>
          </a:xfrm>
          <a:prstGeom prst="ellipse">
            <a:avLst/>
          </a:prstGeom>
          <a:solidFill>
            <a:srgbClr val="1F25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JS COURSE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841248" y="2788920"/>
            <a:ext cx="640080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Modern User Interfaces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Components, state, and hooks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real, interactive React apps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Zubitech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React?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JavaScript Library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Meta for building user interfaces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Component-Based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built from small, reusable pieces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the UI should look like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Updates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updates only what changes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625074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React?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Components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use across the whole app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Huge Ecosystem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community, tools, and job demand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DOM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page quickly and efficiently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by Major Apps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Netflix, and more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937612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vs Plain JavaScript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5796" cy="73152"/>
          </a:xfrm>
          <a:prstGeom prst="rect">
            <a:avLst/>
          </a:prstGeom>
          <a:solidFill>
            <a:srgbClr val="4EA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JavaScript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49427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update the DOM yourself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messy in large applications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but more repetitive code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23076" y="178308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25796" cy="7315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88836" y="214884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88836" y="2880360"/>
            <a:ext cx="449427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updates the UI for you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reusable components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better for larger applications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6803136"/>
            <a:ext cx="1250149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React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Required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tooling runs on Node.js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 or Create React App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 to start a new project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install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all required dependencies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run dev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local development server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1562686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your source code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App.jsx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root component of the app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main.jsx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app into the HTML page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components/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for your reusable components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1875223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JSX?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 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&lt;h1&gt;Hello, React!&lt;/h1&gt;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lets you write HTML inside JavaScript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compiled into regular JS function calls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components easy to read and write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return a single parent element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2187761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Expressions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"Ali";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&lt;h1&gt;Hello, {name}!&lt;/h1&gt;;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embed JavaScript in JSX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insert variables, math, or function calls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logic and markup closely connected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embed full statements, only expressions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2500298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Component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Welcome()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&lt;h1&gt;Welcome to React&lt;/h1&gt;;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Welcome;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just a JavaScript function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capital letter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JSX describing the UI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so other files can use 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2812835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Components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Functions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plain JS function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JSX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should appear on screen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multiple times across the app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Standard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over older class components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3125372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Components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&lt;Welcome /&gt;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used like custom HTML tags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 syntax when no children exist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can be nested inside others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UI as a tree of components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3437910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Welcome(props)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&lt;h1&gt;Hello, {props.name}&lt;/h1&gt;;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&lt;Welcome name="Ali" /&gt;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pass data into a component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cannot be changed inside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like HTML attributes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components flexible and reusable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3750447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Destructuring Props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Welcome({ name, age })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&lt;h1&gt;{name} is {age}&lt;/h1&gt;;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values directly out of props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and easier to read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common in real React code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props. everywhere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4062984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 Props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props.children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passed between opening and closing tags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Wrapping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components wrap other content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in UI Kits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cards, modals, and layouts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&lt;Card&gt;Some content here&lt;/Card&gt;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4375521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useState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[count, setCount] = useState(0);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state to a functional component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value and a setter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setter re-renders the UI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commonly used React hook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4688058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State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inc = () =&gt; setCount(count + 1);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onClick={inc}&gt;{count}&lt;/button&gt;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should never be changed directly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setter function to update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when state changes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UI in sync with the data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5000596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Events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onClick={() =&gt; alert("Clicked!")}&gt;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names are written in camelCase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onClick, onChange, onSubmit are common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function, not a function call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interactivity simple and declarative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5313133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Rendering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{isLoggedIn ? 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&lt;p&gt;Welcome back!&lt;/p&gt;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&lt;p&gt;Please log in&lt;/p&gt;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chooses between two outputs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renders content only when true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 work outside the JSX return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UI adapt based on data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5625670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Lists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{items.map((item) =&gt; 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 key={item.id}&gt;{item.name}&lt;/li&gt;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turns an array into JSX elements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needs a unique key prop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help React track list changes efficiently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pattern for rendering data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5938207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in React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[text, setText] = useState("");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onType = (e) =&gt;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setText(e.target.value);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value={text} onChange={onType} /&gt;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 are tied to React state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and onChange work together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always reflects the input’s content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way to handle forms in React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6563282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useEffect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console.log("Component mounted");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side effects after rendering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fetching data, timers, subscriptions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array controls when it runs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array means it runs only once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6875819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 Dependency Array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Array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single render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Array []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once, on first render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whenever that value changes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Function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the effect runs again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7188356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65213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fetch("/api/users")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res.json())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.then(data =&gt; setUsers(data));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requests data from an API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state once received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triggers the fetch after render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 for loading real data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7500894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vs Props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5796" cy="73152"/>
          </a:xfrm>
          <a:prstGeom prst="rect">
            <a:avLst/>
          </a:prstGeom>
          <a:solidFill>
            <a:srgbClr val="4EA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49427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inside the component itself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over time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re-render when updated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23076" y="178308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25796" cy="7315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88836" y="214884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88836" y="2880360"/>
            <a:ext cx="449427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in from a parent component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inside the child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configure and customize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6803136"/>
            <a:ext cx="7813431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Lifting State 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state to the closest common parent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Down via Props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receive the data as props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Up via Functions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call functions to update parent state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Keeps Components in Sync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React data-flow pattern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8125968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useRef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inputRef = useRef(null);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ref={inputRef} /&gt;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inputRef.current.focus();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reference to a DOM element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trigger a re-render when changed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focus, scroll, or measurements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to store any mutable value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8438505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useContext Hook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Avoids Prop Drilling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 without passing through every level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Provider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components to supply shared data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useContext()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shared value inside any component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for Themes &amp; Auth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 across an entire app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8751042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Composition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Focused Components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does one clear job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to Build Pages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UIs are built from smaller pieces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to Maintain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debugging and updates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Encourages Reuse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 fits in many places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9063580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in React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CSS Files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.css file into a component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Modules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styles that avoid naming conflicts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Styles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objects passed to the style prop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 work great with React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9376117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React Router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Routing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between pages without reloading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&lt;Routes&gt; &amp; &lt;Route&gt;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which component loads per URL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&lt;Link&gt;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between pages without a refresh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Page Application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page, many virtual views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9688654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React Router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1F27"/>
          </a:solidFill>
          <a:ln/>
          <a:effectLst>
            <a:outerShdw blurRad="127000" dist="50800" dir="5400000" algn="bl" rotWithShape="0">
              <a:srgbClr val="1B1F27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0432" y="19476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6464" y="194767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892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path="/" element={&lt;Home/&gt;} /&gt;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path="/about"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element={&lt;About/&gt;} /&gt;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&lt;/Routes&gt;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6519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maps a path to a component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route renders on that URL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inside a BrowserRouter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‣"/>
            </a:pPr>
            <a:r>
              <a:rPr lang="en-US" sz="15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navigation fast and seamless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0001191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vs Uncontrolled Inputs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5796" cy="73152"/>
          </a:xfrm>
          <a:prstGeom prst="rect">
            <a:avLst/>
          </a:prstGeom>
          <a:solidFill>
            <a:srgbClr val="4EA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49427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driven by React state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input behavior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default approach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23076" y="178308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25796" cy="7315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88836" y="2148840"/>
            <a:ext cx="449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Uncontrolled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88836" y="2880360"/>
            <a:ext cx="449427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managed by the DOM itself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using a ref when needed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for very basic use cases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6803136"/>
            <a:ext cx="10313729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React Mistakes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Mutating State Directly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setter function instead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Keys in Lists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rendering and performance issues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in One Component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components into smaller ones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Dependencies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useEffect array accurate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10626266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Components Small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read, test, and reuse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Things Clearly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component and prop names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State Only When Needed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as local as possible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Keys Properly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unique keys for every list item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10938803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3566160"/>
            <a:ext cx="4206240" cy="4206240"/>
          </a:xfrm>
          <a:prstGeom prst="ellipse">
            <a:avLst/>
          </a:prstGeom>
          <a:solidFill>
            <a:srgbClr val="2128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58368" y="2304288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450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To-Do List App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delete tasks using state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tasks as complete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list dynamically with map()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components, props, and hooks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A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6803136"/>
            <a:ext cx="11251340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Development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77263" y="3657600"/>
            <a:ext cx="8434426" cy="0"/>
          </a:xfrm>
          <a:prstGeom prst="line">
            <a:avLst/>
          </a:prstGeom>
          <a:noFill/>
          <a:ln w="3175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4343" y="3154680"/>
            <a:ext cx="1005840" cy="1005840"/>
          </a:xfrm>
          <a:prstGeom prst="ellipse">
            <a:avLst/>
          </a:prstGeom>
          <a:solidFill>
            <a:srgbClr val="1B1F27"/>
          </a:solidFill>
          <a:ln/>
          <a:effectLst>
            <a:outerShdw blurRad="76200" dist="25400" dir="5400000" algn="bl" rotWithShape="0">
              <a:srgbClr val="1B1F27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4343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4434840"/>
            <a:ext cx="1834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components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82950" y="3154680"/>
            <a:ext cx="1005840" cy="1005840"/>
          </a:xfrm>
          <a:prstGeom prst="ellipse">
            <a:avLst/>
          </a:prstGeom>
          <a:solidFill>
            <a:srgbClr val="1B1F27"/>
          </a:solidFill>
          <a:ln/>
          <a:effectLst>
            <a:outerShdw blurRad="76200" dist="25400" dir="5400000" algn="bl" rotWithShape="0">
              <a:srgbClr val="1B1F27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8295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8726" y="4434840"/>
            <a:ext cx="1834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UI with JSX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591556" y="3154680"/>
            <a:ext cx="1005840" cy="1005840"/>
          </a:xfrm>
          <a:prstGeom prst="ellipse">
            <a:avLst/>
          </a:prstGeom>
          <a:solidFill>
            <a:srgbClr val="1B1F27"/>
          </a:solidFill>
          <a:ln/>
          <a:effectLst>
            <a:outerShdw blurRad="76200" dist="25400" dir="5400000" algn="bl" rotWithShape="0">
              <a:srgbClr val="1B1F27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91556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77333" y="4434840"/>
            <a:ext cx="1834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state and props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00162" y="3154680"/>
            <a:ext cx="1005840" cy="1005840"/>
          </a:xfrm>
          <a:prstGeom prst="ellipse">
            <a:avLst/>
          </a:prstGeom>
          <a:solidFill>
            <a:srgbClr val="1B1F27"/>
          </a:solidFill>
          <a:ln/>
          <a:effectLst>
            <a:outerShdw blurRad="76200" dist="25400" dir="5400000" algn="bl" rotWithShape="0">
              <a:srgbClr val="1B1F27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0162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85939" y="4434840"/>
            <a:ext cx="1834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hooks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808769" y="3154680"/>
            <a:ext cx="1005840" cy="1005840"/>
          </a:xfrm>
          <a:prstGeom prst="ellipse">
            <a:avLst/>
          </a:prstGeom>
          <a:solidFill>
            <a:srgbClr val="00D084"/>
          </a:solidFill>
          <a:ln/>
          <a:effectLst>
            <a:outerShdw blurRad="76200" dist="25400" dir="5400000" algn="bl" rotWithShape="0">
              <a:srgbClr val="1B1F27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8769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94546" y="4434840"/>
            <a:ext cx="1834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refine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6803136"/>
            <a:ext cx="11563878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289304"/>
            <a:ext cx="502920" cy="50292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67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JSX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every React app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37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97396" y="2029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167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1993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&amp; State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697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and changes in React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5312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0120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useEffect, useRef, and useContext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77356" y="402336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1B1F2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4864" cy="1965960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7396" y="4315968"/>
            <a:ext cx="594360" cy="594360"/>
          </a:xfrm>
          <a:prstGeom prst="ellipse">
            <a:avLst/>
          </a:prstGeom>
          <a:solidFill>
            <a:srgbClr val="E7FB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45312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4636" y="4279392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&amp; Styling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97396" y="49834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and designing full applications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11876415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1000232" y="6400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00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COURSE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097280"/>
            <a:ext cx="4572000" cy="4572000"/>
          </a:xfrm>
          <a:prstGeom prst="ellipse">
            <a:avLst/>
          </a:prstGeom>
          <a:solidFill>
            <a:srgbClr val="21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0152" y="4480560"/>
            <a:ext cx="2926080" cy="2926080"/>
          </a:xfrm>
          <a:prstGeom prst="ellipse">
            <a:avLst/>
          </a:prstGeom>
          <a:solidFill>
            <a:srgbClr val="1F25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841248" y="2788920"/>
            <a:ext cx="640080" cy="54864"/>
          </a:xfrm>
          <a:prstGeom prst="rect">
            <a:avLst/>
          </a:prstGeom>
          <a:solidFill>
            <a:srgbClr val="00D0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by building small React apps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connecting to real backend APIs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Zubitech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6934</TotalTime>
  <Words>1962</Words>
  <Application>Microsoft Office PowerPoint</Application>
  <PresentationFormat>Widescreen</PresentationFormat>
  <Paragraphs>458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React.js Course</dc:title>
  <dc:subject>PptxGenJS Presentation</dc:subject>
  <dc:creator>Zubitech</dc:creator>
  <cp:lastModifiedBy>HP</cp:lastModifiedBy>
  <cp:revision>4</cp:revision>
  <dcterms:created xsi:type="dcterms:W3CDTF">2026-07-17T05:17:19Z</dcterms:created>
  <dcterms:modified xsi:type="dcterms:W3CDTF">2026-09-25T18:11:45Z</dcterms:modified>
</cp:coreProperties>
</file>